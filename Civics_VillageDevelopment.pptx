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CIVICS &amp;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 DEVELOPMENT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D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Citizenship · Government · Rural India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6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Importance of Civics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Government Creates Impact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Civics?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 stay aware of our rights, laws, and responsibilities as citizens.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responsible citizens who participate actively in democracy.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📜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Law-Abiding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 to respect and follow the laws of our country.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 helps us become aware, responsible, and law-abiding citizens of our country.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Rights &amp; Duties in a Democracy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5029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Equality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Freedom of Speech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Education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against Exploitation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Constitutional Remedies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97280"/>
            <a:ext cx="3931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15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DUTIES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Constitution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Nation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Environment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Harmony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Public Property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 Organs of Government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🏛️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Legislature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724912"/>
            <a:ext cx="1554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laws for the country.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Consists of Parliament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(Lok Sabha &amp; Rajya Sabha).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⚙️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00400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49040" y="2724912"/>
            <a:ext cx="155448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laws made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legislature.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day-to-day administration.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⚖️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035040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Judiciary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2724912"/>
            <a:ext cx="1554480" cy="36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&amp; safeguards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Constitution. Protects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Rights.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Civics helps us evolve into responsible citizens.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Indian Villages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India Lives Here — Progress After Independence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Population — Where We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Villages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846320" y="3017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Towns &amp; Cities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pay a lot of attention to our villages to develop them.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Before Independence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attention was paid to economic improvement or backwardness of rural people before independence.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Poverty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084832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poverty with no economic safety nets for rural families.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16459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30552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🙈 Ignorance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2084832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awareness about rights, governance, and civic responsibilities.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9624" y="16459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95344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Superstitions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2084832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Superstitions held communities back from rational decision-making.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07008" y="30175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52728" y="3090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Illiteracy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71016" y="3456432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rural population was illiterate with no access to education.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3017520"/>
            <a:ext cx="1645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17520" y="3090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Lack of Facilities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35808" y="3456432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healthcare, roads, electricity, or basic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Steps After Independence — 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61288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612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051560"/>
            <a:ext cx="7772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051560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106424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Abolished Zamindari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4904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 exploitative landlord system; land redistributed to farmers.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039112"/>
            <a:ext cx="7772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039112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093976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Year Plans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47802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systematic village development in 5-year cycles.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36392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36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3026664"/>
            <a:ext cx="7772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026664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08152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Irrigation Infrastructure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46557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provided via canals, tubewells, and major River Valley Projects.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23944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23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4014216"/>
            <a:ext cx="7772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014216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06908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Agricultural Support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4531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seeds, fertilizers, and modern farm implements distributed to farmers.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Steps After Independence — II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52144"/>
            <a:ext cx="438912" cy="43891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521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987552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87552"/>
            <a:ext cx="54864" cy="7498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033272"/>
            <a:ext cx="6583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&amp; Compulsory Primary Education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education made free and compulsory for all children across the country.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438912" cy="43891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751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1810512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810512"/>
            <a:ext cx="54864" cy="7498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856232"/>
            <a:ext cx="6583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Health Centres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 with qualified doctors opened in many villages for accessible healthcare.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438912" cy="43891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98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2633472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633472"/>
            <a:ext cx="54864" cy="7498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679192"/>
            <a:ext cx="6583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Electricity &amp; Renewable Energy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9992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reached most villages; solar energy and biogas also introduced.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621024"/>
            <a:ext cx="438912" cy="43891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3456432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456432"/>
            <a:ext cx="54864" cy="7498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502152"/>
            <a:ext cx="6583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Roads &amp; Market Connectivity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8221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Pucca roads linked villages; trucks and tractors transport produce to markets.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443984"/>
            <a:ext cx="438912" cy="43891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43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5840" y="4279392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279392"/>
            <a:ext cx="54864" cy="7498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4325112"/>
            <a:ext cx="6583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Banks, Post Offices &amp; Cooperatives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46451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post offices established; cottage industries like poultry, beekeeping, fishing encouraged.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Civics shapes us into aware, responsible, and law-abiding citizens.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Legislature, Executive &amp; Judiciary keep our democracy balanced.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70% of Indians live in villages — their development is a national priority.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Since independence, government transformed rural India through education, healthcare, roads, electricity &amp; economic upliftment.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Responsible citizenship begins with understanding Civics.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Civics and Village Development</dc:title>
  <dc:subject>PptxGenJS Presentation</dc:subject>
  <dc:creator>PptxGenJS</dc:creator>
  <cp:lastModifiedBy>PptxGenJS</cp:lastModifiedBy>
  <cp:revision>1</cp:revision>
  <dcterms:created xsi:type="dcterms:W3CDTF">2026-06-06T09:15:02Z</dcterms:created>
  <dcterms:modified xsi:type="dcterms:W3CDTF">2026-06-06T09:15:02Z</dcterms:modified>
</cp:coreProperties>
</file>