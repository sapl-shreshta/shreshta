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MATTER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Universe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Matter?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anything that occupies space and has mass.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perceived by our senses (sight, touch, smell, taste, hearing)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Occupies physical space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measurable mass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classified as living or non-living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Matter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GASES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LIQUIDS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743200" cy="34747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 SOLIDS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Ancient Indian Philosophy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Panchatattvas - 5 Elements that make up all matter: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Air, Water, Earth, Sky, Fire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Maharishi Kanada (Indian Philosopher)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suggest matter is composed of tiny particles: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Anu: Extremely small particles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Paramanu: Even smaller particles within anu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Development (cont.)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Democritus (Greek Thinker)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smallest particle the 'atom'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Concluded matter is made of tiny atoms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Dalton (English Chemist)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cannot exist freely in nature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made of molecules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Molecule: simplest particle capable of independent existence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1: Size of Particles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extremely small - invisible to naked eye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Permanganate Experiment: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Pink/purple crystal dissolved in water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deep purple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 further → lighter color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diluting → color becomes even lighter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crystal breaks into millions of tiny particles!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2: Intermolecular Spaces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Between Particles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matter has gaps between its particles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intermolecular space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varies by state of matter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objects can be compressed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substances to mix and diffuse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3: Constant Random Motion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Never At 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move randomly in all directions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follows zigzag patterns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varies with temperature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 - observed in microscopes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- substances spread through each other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4: Intermolecular Forces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Attract Each Other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of attraction between particles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particles together in matter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Varies: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Particles held tightly, hard to break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Particles loosely bound, easy to break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Nanoparticle: A cluster of several molecules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of Matter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can exist in ALL 3 states! ❄️ → 💧 → 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Solids 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 &amp; Space: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force of attraction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(almost no) intermolecular space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NOT free to move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shape and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compressed or 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dense with closely packed molecules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thermal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Liquids 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 &amp; Space: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force of attraction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intermolecular space than solids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free to move within container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volume but NO definite shape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shape of container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flow and are almost incompressible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thermal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Gases 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Intermolecular Forces &amp; Space: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or NEGLIGIBLE force of attraction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intermolecular space than liquids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free to move everywhere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definite shape OR volume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shape and volume of container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compressible and easily diffused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thermal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State: Melting (Solid → Liquid)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Melting?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Solid changes to liquid by absorbing heat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a specific temperature called melting 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increases vibration amplitude of solid particles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melting point, particles gain enough energy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overcome attractive forces and become free to move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Liquid state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State: Vaporization (Liquid → Gas)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Vaporization?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Liquid changes to gas by absorbing heat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absorption increases molecular energy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begin to move very rapidly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suddenly overcome forces holding them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escape into gaseous state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boiling: Liquid water → Water vapor (steam)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Matter is anything that occupies space and has mass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Particles are extremely small and always in motion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 states: Solid, Liquid, Gas (determined by forces and spaces)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Heat causes phase transitions through particle energy changes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Understanding matter helps us understand the universe!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Matter</dc:title>
  <dc:subject>PptxGenJS Presentation</dc:subject>
  <dc:creator>Chemistry</dc:creator>
  <cp:lastModifiedBy>Chemistry</cp:lastModifiedBy>
  <cp:revision>1</cp:revision>
  <dcterms:created xsi:type="dcterms:W3CDTF">2026-06-16T06:36:46Z</dcterms:created>
  <dcterms:modified xsi:type="dcterms:W3CDTF">2026-06-16T06:36:46Z</dcterms:modified>
</cp:coreProperties>
</file>