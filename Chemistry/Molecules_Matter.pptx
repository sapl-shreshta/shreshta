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768" autoAdjust="0"/>
  </p:normalViewPr>
  <p:slideViewPr>
    <p:cSldViewPr snapToGrid="0" snapToObjects="1">
      <p:cViewPr varScale="1">
        <p:scale>
          <a:sx n="129" d="100"/>
          <a:sy n="129" d="100"/>
        </p:scale>
        <p:origin x="102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3246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 Matter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the Tiny Particles of Matter</a:t>
            </a:r>
            <a:endParaRPr lang="en-US" sz="2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Chemistry?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Chemistry is the study of: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1965960"/>
            <a:ext cx="228600" cy="228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31520" y="19659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88720" y="201168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— anything that has mass and takes up space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31520" y="2606040"/>
            <a:ext cx="228600" cy="228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65176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 is made of — atoms and molecules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246120"/>
            <a:ext cx="228600" cy="228600"/>
          </a:xfrm>
          <a:prstGeom prst="ellipse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" y="32461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3291840"/>
            <a:ext cx="7223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matter does — how it changes and reacts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" y="438912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is a perfect example of matter!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and Molecules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3657600" cy="39420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0" y="2011680"/>
            <a:ext cx="914400" cy="91440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smallest building block of matter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4389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broken down into smaller parts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394208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937760" y="14630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120640" y="2011680"/>
            <a:ext cx="822960" cy="82296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6675120" y="2011680"/>
            <a:ext cx="822960" cy="822960"/>
          </a:xfrm>
          <a:prstGeom prst="ellipse">
            <a:avLst/>
          </a:prstGeom>
          <a:solidFill>
            <a:srgbClr val="27AE60"/>
          </a:solidFill>
          <a:ln w="254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5989320" y="2377440"/>
            <a:ext cx="731520" cy="73152"/>
          </a:xfrm>
          <a:prstGeom prst="rect">
            <a:avLst/>
          </a:prstGeom>
          <a:solidFill>
            <a:srgbClr val="2C3E50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37760" y="320040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more atoms bonded together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4389120"/>
            <a:ext cx="3474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7F8C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up everything around us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1: Water Drops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0" cy="36576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Hanging Drop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737360" y="1920240"/>
            <a:ext cx="365760" cy="1097280"/>
          </a:xfrm>
          <a:prstGeom prst="rect">
            <a:avLst/>
          </a:prstGeom>
          <a:solidFill>
            <a:srgbClr val="7F8C8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691640" y="2926080"/>
            <a:ext cx="457200" cy="457200"/>
          </a:xfrm>
          <a:prstGeom prst="ellipse">
            <a:avLst/>
          </a:prstGeom>
          <a:solidFill>
            <a:srgbClr val="3498DB"/>
          </a:solidFill>
          <a:ln w="25400">
            <a:solidFill>
              <a:srgbClr val="3498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beads up and holds together even while hanging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657600" cy="36576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120640" y="14630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Observe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303520" y="210312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Water holds together tightly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303520" y="283464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Hard to split into separate drops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303520" y="356616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Drops combine easily when they touch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03520" y="429768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Shape forms a bead on wax paper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Water Molecules Stick Together?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2801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 Molecules are Attracted to Each Other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7315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Molecules are attracted (pulled toward each other)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31520" y="25603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Molecules move and collide constantly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31520" y="31089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They stay close but don't stay in one place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754880" y="1645920"/>
            <a:ext cx="393192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937760" y="1828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water: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120640" y="237744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Holds together tightly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20640" y="297180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Beads up in drops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20640" y="356616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Is hard to separate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120640" y="4160520"/>
            <a:ext cx="3200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Flows but stays together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495E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2: Molecules in Motion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009225"/>
            <a:ext cx="3474720" cy="4064002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2960" y="100922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97280" y="1355517"/>
            <a:ext cx="2560320" cy="3200400"/>
          </a:xfrm>
          <a:prstGeom prst="rect">
            <a:avLst/>
          </a:prstGeom>
          <a:solidFill>
            <a:srgbClr val="FFFFFF"/>
          </a:solidFill>
          <a:ln w="254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188720" y="1446957"/>
            <a:ext cx="2377440" cy="365760"/>
          </a:xfrm>
          <a:prstGeom prst="rect">
            <a:avLst/>
          </a:prstGeom>
          <a:solidFill>
            <a:srgbClr val="9B765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88720" y="1904157"/>
            <a:ext cx="2377440" cy="914400"/>
          </a:xfrm>
          <a:prstGeom prst="rect">
            <a:avLst/>
          </a:prstGeom>
          <a:solidFill>
            <a:srgbClr val="E8D4B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188720" y="2909997"/>
            <a:ext cx="2377440" cy="1645920"/>
          </a:xfrm>
          <a:prstGeom prst="rect">
            <a:avLst/>
          </a:prstGeom>
          <a:solidFill>
            <a:srgbClr val="ECF0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822960" y="457539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coloring slowly spreads through water without stirring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68240" y="1009225"/>
            <a:ext cx="3657600" cy="4064002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0" y="1126917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Happens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766997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Water molecules are always moving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20640" y="2544237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They bump into food coloring molecules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20640" y="3321477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Push them in all directions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20640" y="4098717"/>
            <a:ext cx="31089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Eventually spreads everywhere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0" y="4327317"/>
            <a:ext cx="3291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Proof: Molecules are in constant motion!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States of Matter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651760" cy="37719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0116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914400" y="24688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914400" y="29260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914400" y="33832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371600" y="20116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371600" y="24688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371600" y="29260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371600" y="33832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1828800" y="20116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1828800" y="24688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1828800" y="29260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1828800" y="33832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0" y="20116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286000" y="24688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286000" y="29260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0" y="33832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73152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packed tightly in fixed positions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383280" y="1188720"/>
            <a:ext cx="2651760" cy="37719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56616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749040" y="20116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297680" y="192024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663440" y="237744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931920" y="274320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572000" y="29260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4114800" y="347472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4754880" y="329184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3749040" y="384048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572000" y="4114800"/>
            <a:ext cx="320040" cy="320040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56616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close but can move around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1188720"/>
            <a:ext cx="2651760" cy="3771900"/>
          </a:xfrm>
          <a:prstGeom prst="rect">
            <a:avLst/>
          </a:prstGeom>
          <a:solidFill>
            <a:srgbClr val="ECF0F1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6355080" y="182880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7132320" y="210312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7680960" y="192024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492240" y="292608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7406640" y="320040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6858000" y="374904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7863840" y="393192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83680" y="4572000"/>
            <a:ext cx="256032" cy="256032"/>
          </a:xfrm>
          <a:prstGeom prst="ellipse">
            <a:avLst/>
          </a:prstGeom>
          <a:solidFill>
            <a:srgbClr val="3498DB"/>
          </a:solidFill>
          <a:ln w="12700">
            <a:solidFill>
              <a:srgbClr val="2C3E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400800" y="4023360"/>
            <a:ext cx="2286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449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spread far apart, move freely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A08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9260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53844" y="1022195"/>
            <a:ext cx="8229600" cy="914400"/>
          </a:xfrm>
          <a:prstGeom prst="rect">
            <a:avLst/>
          </a:prstGeom>
          <a:solidFill>
            <a:srgbClr val="1A252F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8164" y="1113635"/>
            <a:ext cx="7680960" cy="290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Matter is Made of Particles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8164" y="1479395"/>
            <a:ext cx="768096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matter is made of atoms and molecules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53844" y="2025064"/>
            <a:ext cx="8229600" cy="914400"/>
          </a:xfrm>
          <a:prstGeom prst="rect">
            <a:avLst/>
          </a:prstGeom>
          <a:solidFill>
            <a:srgbClr val="1A252F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828164" y="2116504"/>
            <a:ext cx="7680960" cy="290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are in Motion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8164" y="2482264"/>
            <a:ext cx="768096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move constantly and have energy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53844" y="3057670"/>
            <a:ext cx="8229600" cy="914400"/>
          </a:xfrm>
          <a:prstGeom prst="rect">
            <a:avLst/>
          </a:prstGeom>
          <a:solidFill>
            <a:srgbClr val="1A252F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28164" y="3149110"/>
            <a:ext cx="7680960" cy="290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Particles Attract Each Other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8164" y="3514870"/>
            <a:ext cx="768096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water holds together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53844" y="4075408"/>
            <a:ext cx="8229600" cy="914400"/>
          </a:xfrm>
          <a:prstGeom prst="rect">
            <a:avLst/>
          </a:prstGeom>
          <a:solidFill>
            <a:srgbClr val="1A252F"/>
          </a:solidFill>
          <a:ln w="1270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28164" y="4166848"/>
            <a:ext cx="7680960" cy="290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6A0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Molecular Behavior Explains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8164" y="4532608"/>
            <a:ext cx="7680960" cy="415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properties we observe in everyday life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328</Words>
  <Application>Microsoft Office PowerPoint</Application>
  <PresentationFormat>On-screen Show (16:9)</PresentationFormat>
  <Paragraphs>69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Harika Thoom</cp:lastModifiedBy>
  <cp:revision>2</cp:revision>
  <dcterms:created xsi:type="dcterms:W3CDTF">2026-05-01T13:58:01Z</dcterms:created>
  <dcterms:modified xsi:type="dcterms:W3CDTF">2026-05-01T14:05:17Z</dcterms:modified>
</cp:coreProperties>
</file>